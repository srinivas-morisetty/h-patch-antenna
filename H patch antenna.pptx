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4" r:id="rId9"/>
    <p:sldId id="271" r:id="rId10"/>
    <p:sldId id="265" r:id="rId11"/>
    <p:sldId id="266" r:id="rId12"/>
    <p:sldId id="262" r:id="rId13"/>
    <p:sldId id="267" r:id="rId14"/>
    <p:sldId id="272" r:id="rId15"/>
    <p:sldId id="273" r:id="rId16"/>
    <p:sldId id="274" r:id="rId17"/>
    <p:sldId id="268" r:id="rId18"/>
    <p:sldId id="269" r:id="rId19"/>
    <p:sldId id="270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1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H-Shaped Patch Antenna for Wi-Fi/WiMAX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</a:t>
            </a:r>
            <a:b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1602-23-735-175 s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Saiteja</a:t>
            </a:r>
            <a:b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1602-23-735-176 A Sashank</a:t>
            </a:r>
            <a:b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1602-23-735-182 m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srinivas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91A7037-B30A-021A-A6E1-C6579CFAF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2066"/>
            <a:ext cx="102108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B6D9F-3FE0-213E-8DF5-2AB32796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2046-F000-8B50-0FF5-9403ED9F1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120900"/>
            <a:ext cx="10058400" cy="3748194"/>
          </a:xfrm>
        </p:spPr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b="1" dirty="0"/>
              <a:t>Ansys HFSS</a:t>
            </a:r>
            <a:r>
              <a:rPr lang="en-US" dirty="0"/>
              <a:t>, you can design an H-shaped patch antenna for Wi-Fi and WiMAX. The process involves modeling the antenna's geometry and using simulation to optimize its dimensions. The H-shape is key, as it helps to increase the antenna's </a:t>
            </a:r>
            <a:r>
              <a:rPr lang="en-US" b="1" dirty="0"/>
              <a:t>bandwidth</a:t>
            </a:r>
            <a:r>
              <a:rPr lang="en-US" dirty="0"/>
              <a:t> and </a:t>
            </a:r>
            <a:r>
              <a:rPr lang="en-US" b="1" dirty="0"/>
              <a:t>gain</a:t>
            </a:r>
            <a:r>
              <a:rPr lang="en-US" dirty="0"/>
              <a:t>. You'll analyze the simulation results, focusing on key metrics like </a:t>
            </a:r>
            <a:r>
              <a:rPr lang="en-US" b="1" dirty="0"/>
              <a:t>return loss (S11​)</a:t>
            </a:r>
            <a:r>
              <a:rPr lang="en-US" dirty="0"/>
              <a:t>, to ensure the design is efficient and meets the performance requirements for your target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97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7EC7-D1EA-C6F6-E4C5-852FF1D9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3C1A26F-740C-C18D-1F04-698D9210315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58695" y="2578408"/>
            <a:ext cx="10588981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H-shaped patch antenna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is a variant of the standard microstrip patch antenna, distinguished by its unique H-shaped radiating element.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This specific geometry is engineered to enhance the antenna's performance, providing a larger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bandwidth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and higher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gain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compared to a simple rectangular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It is particularly well-suited for wireless communication systems that require multi-band operation,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Wi-Fi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WiMAX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, which utilize frequency bands around 2.4 GHz and 5.8 GHz.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Like other patch antennas, its compact size, low-profile, and simple fabrication make it an excellent choice for integration into modern electronic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29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C485-DAF6-9B9E-DC26-CA74B33C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Ansys (Analysis System)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5F561-4F13-56AC-A2AF-30AB1E431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Ansys HFSS</a:t>
            </a:r>
            <a:r>
              <a:rPr lang="en-US" dirty="0"/>
              <a:t> is a powerful </a:t>
            </a:r>
            <a:r>
              <a:rPr lang="en-US" b="1" dirty="0"/>
              <a:t>3D electromagnetic simulation software</a:t>
            </a:r>
            <a:r>
              <a:rPr lang="en-US" dirty="0"/>
              <a:t> used by engineers to design and analyze high-frequency electronic components. It specializes in predicting the behavior of things like antennas, RF components, and high-speed circuits. Using the </a:t>
            </a:r>
            <a:r>
              <a:rPr lang="en-US" b="1" dirty="0"/>
              <a:t>Finite Element Method (FEM)</a:t>
            </a:r>
            <a:r>
              <a:rPr lang="en-US" dirty="0"/>
              <a:t>, HFSS provides highly accurate simulations, allowing designers to optimize performance and identify potential issues virtually, long before any physical prototyping begins.</a:t>
            </a:r>
            <a:endParaRPr lang="en-IN" dirty="0"/>
          </a:p>
        </p:txBody>
      </p:sp>
      <p:pic>
        <p:nvPicPr>
          <p:cNvPr id="3074" name="Picture 2" descr="Ansys HFSS Discussions | G2">
            <a:extLst>
              <a:ext uri="{FF2B5EF4-FFF2-40B4-BE49-F238E27FC236}">
                <a16:creationId xmlns:a16="http://schemas.microsoft.com/office/drawing/2014/main" id="{99B6E2A3-9274-664C-D444-26664EF37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4" r="4" b="13325"/>
          <a:stretch>
            <a:fillRect/>
          </a:stretch>
        </p:blipFill>
        <p:spPr bwMode="auto">
          <a:xfrm>
            <a:off x="6515944" y="2120900"/>
            <a:ext cx="4639736" cy="374819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1753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6A0B-DD4C-FD63-A8C5-2C000842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Antenna Design Structure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ED6EC45-F014-558C-A227-6693DB430C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72874"/>
            <a:ext cx="842089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Rectangular patch with two rectangular slots forming “H” shape.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Substrate: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FR4 Epoxy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4.4, h = 1.6 mm).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Feeding Technique: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Microstrip line feed or coaxial probe feed.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Dimensions Example: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 length (L) ≈ 29 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 width (W) ≈ 38 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Slot length ≈ 8 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Slot width ≈ 2 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2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76390-F34D-ABD3-491E-C825E7087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12" y="90437"/>
            <a:ext cx="11636324" cy="632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2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CA35F-4238-8639-80E7-5EFDF7E7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81D86E-A2F9-5144-7B45-3B763C5CE2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748180"/>
            <a:ext cx="100584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antenna is fed with RF power: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Surface current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flows along the patch edges.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current path, creating additional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resonance modes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modes combine to yield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wider bandwidth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impedance matching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Dual-frequency or multiband operation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achieved by tuning slot dimensions.</a:t>
            </a:r>
          </a:p>
        </p:txBody>
      </p:sp>
    </p:spTree>
    <p:extLst>
      <p:ext uri="{BB962C8B-B14F-4D97-AF65-F5344CB8AC3E}">
        <p14:creationId xmlns:p14="http://schemas.microsoft.com/office/powerpoint/2010/main" val="13679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8E50-6996-83C4-C2E3-A32AF4B8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Equations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CB080AC-28B3-FE8E-9762-E17C9839C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541" y="2015115"/>
            <a:ext cx="5424917" cy="427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9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9FE4-ADD5-1960-FE65-6F3194DD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Calculations for H-Shaped Patch Antenna for Wi-Fi/WiMAX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75187-3435-7EFC-1435-5D1B8FCC0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Calculated Values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FDA820-C5B5-E19A-2922-9941E5352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441" y="2636574"/>
            <a:ext cx="857441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 Width (W1 and W2)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≈ 38 mm and 15.5 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dielectric constant (ϵ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reff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≈ 4.09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length (Leff​)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≈ 29.4 mm and 11.75 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 extension (ΔL)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≈ 0.7 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length (L)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≈ 28 mm and 11 mm</a:t>
            </a:r>
          </a:p>
        </p:txBody>
      </p:sp>
    </p:spTree>
    <p:extLst>
      <p:ext uri="{BB962C8B-B14F-4D97-AF65-F5344CB8AC3E}">
        <p14:creationId xmlns:p14="http://schemas.microsoft.com/office/powerpoint/2010/main" val="168275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1736-F71C-1A02-1B8D-28D51D0E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 (Typical)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6D163E-EABD-8011-7397-009A3667C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07280"/>
            <a:ext cx="1012931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Resonant Frequency: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2.4 GHz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Loss (S11):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−25 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VSWR: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6.8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Bandwidth: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~150 MHz (Improved compared to conventional patch)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Radiation Pattern: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Nearly omnidirectional</a:t>
            </a:r>
          </a:p>
        </p:txBody>
      </p:sp>
    </p:spTree>
    <p:extLst>
      <p:ext uri="{BB962C8B-B14F-4D97-AF65-F5344CB8AC3E}">
        <p14:creationId xmlns:p14="http://schemas.microsoft.com/office/powerpoint/2010/main" val="221076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5FD541-571C-873F-CC04-AAA15E1F5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5" y="1779664"/>
            <a:ext cx="10957249" cy="425816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BC556DF-7204-ADC9-D82C-3EDF8CE7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VSWR Plot (Voltage Standing Wave Ratio)</a:t>
            </a:r>
          </a:p>
        </p:txBody>
      </p:sp>
    </p:spTree>
    <p:extLst>
      <p:ext uri="{BB962C8B-B14F-4D97-AF65-F5344CB8AC3E}">
        <p14:creationId xmlns:p14="http://schemas.microsoft.com/office/powerpoint/2010/main" val="152649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A384B0-74E7-5CE5-CE15-FAD23BC47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2188"/>
            <a:ext cx="12192000" cy="412817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31137BA-E0BE-F319-1B41-9C6D0D5F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12989"/>
          </a:xfrm>
        </p:spPr>
        <p:txBody>
          <a:bodyPr/>
          <a:lstStyle/>
          <a:p>
            <a:r>
              <a:rPr lang="en-US" dirty="0"/>
              <a:t>S Parameter Plot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027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E700-6D08-6E47-1A12-DD03D721B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Gain 3-d  Plot</a:t>
            </a:r>
            <a:endParaRPr lang="en-IN" dirty="0"/>
          </a:p>
        </p:txBody>
      </p:sp>
      <p:pic>
        <p:nvPicPr>
          <p:cNvPr id="5" name="Picture 4" descr="A rainbow colored heart on a white background&#10;&#10;AI-generated content may be incorrect.">
            <a:extLst>
              <a:ext uri="{FF2B5EF4-FFF2-40B4-BE49-F238E27FC236}">
                <a16:creationId xmlns:a16="http://schemas.microsoft.com/office/drawing/2014/main" id="{EB34EAA3-CF09-725F-A2A5-BD3D8373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81" y="2108201"/>
            <a:ext cx="9832398" cy="37608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2105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67B-5EB0-E529-F3DD-7E2A2B72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F979-7542-2B6A-3662-9CA62A3F8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Compact and light 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design, easy fabrication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Enhanced bandwidth and gain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dual/multiband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modern wireless communication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232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4012-2696-5AE9-08A5-58DF9E87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125236-CC37-EAF2-BC40-E636BD3448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51836"/>
            <a:ext cx="40350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 and WLAN (2.4 GHz, 5 GHz)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Bluetooth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communication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Radar and satellite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and wireless sensor networks</a:t>
            </a:r>
          </a:p>
        </p:txBody>
      </p:sp>
    </p:spTree>
    <p:extLst>
      <p:ext uri="{BB962C8B-B14F-4D97-AF65-F5344CB8AC3E}">
        <p14:creationId xmlns:p14="http://schemas.microsoft.com/office/powerpoint/2010/main" val="42927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6DC9-1A84-1B04-1573-016D25F9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CCCD12-E9A9-107F-08F3-8045B0F77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35290"/>
            <a:ext cx="10058400" cy="123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H-shaped microstrip patch antenna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performance in a compact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adjusting slot dimensions, the antenna can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for bandwidth, gain, and dual-band operation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an excellent choice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next-generation wireless and satellite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systems.</a:t>
            </a:r>
          </a:p>
        </p:txBody>
      </p:sp>
    </p:spTree>
    <p:extLst>
      <p:ext uri="{BB962C8B-B14F-4D97-AF65-F5344CB8AC3E}">
        <p14:creationId xmlns:p14="http://schemas.microsoft.com/office/powerpoint/2010/main" val="2123574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E817-5D1A-077A-7446-2507900D4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6796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{A51AEB8D-BDB5-4CE0-AFEF-C40C2BF2059D}tf56160789_win32</Template>
  <TotalTime>180</TotalTime>
  <Words>627</Words>
  <Application>Microsoft Office PowerPoint</Application>
  <PresentationFormat>Widescreen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Bookman Old Style</vt:lpstr>
      <vt:lpstr>Calibri</vt:lpstr>
      <vt:lpstr>Franklin Gothic Book</vt:lpstr>
      <vt:lpstr>Google Sans Text</vt:lpstr>
      <vt:lpstr>Custom</vt:lpstr>
      <vt:lpstr>H-Shaped Patch Antenna for Wi-Fi/WiMAX</vt:lpstr>
      <vt:lpstr>Abstract</vt:lpstr>
      <vt:lpstr>Introduction</vt:lpstr>
      <vt:lpstr>Ansys (Analysis System)</vt:lpstr>
      <vt:lpstr>Antenna Design Structure</vt:lpstr>
      <vt:lpstr>PowerPoint Presentation</vt:lpstr>
      <vt:lpstr>Working Principle</vt:lpstr>
      <vt:lpstr>Design Equations</vt:lpstr>
      <vt:lpstr>Calculations for H-Shaped Patch Antenna for Wi-Fi/WiMAX</vt:lpstr>
      <vt:lpstr>Simulation Results (Typical)</vt:lpstr>
      <vt:lpstr>VSWR Plot (Voltage Standing Wave Ratio)</vt:lpstr>
      <vt:lpstr>S Parameter Plot</vt:lpstr>
      <vt:lpstr>Gain 3-d  Plot</vt:lpstr>
      <vt:lpstr>Advantages</vt:lpstr>
      <vt:lpstr>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23-735-182_MORISETTY SRINIVAS</dc:creator>
  <cp:lastModifiedBy>23-735-182_MORISETTY SRINIVAS</cp:lastModifiedBy>
  <cp:revision>4</cp:revision>
  <dcterms:created xsi:type="dcterms:W3CDTF">2025-09-18T16:30:21Z</dcterms:created>
  <dcterms:modified xsi:type="dcterms:W3CDTF">2025-11-17T11:29:05Z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